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2262E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2262E"/>
                </a:solidFill>
                <a:latin typeface="Arial"/>
              </a:rPr>
              <a:t>Channel share error, 100 replications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abs channel share error</c:v>
                </c:pt>
              </c:strCache>
            </c:strRef>
          </c:tx>
          <c:spPr>
            <a:solidFill>
              <a:srgbClr val="F2A541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Meridian</c:v>
                  </c:pt>
                  <c:pt idx="1">
                    <c:v>Robyn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0.28</c:v>
                </c:pt>
                <c:pt idx="1">
                  <c:v>0.066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226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D0DDD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822960"/>
            <a:ext cx="2011680" cy="2011680"/>
          </a:xfrm>
          <a:prstGeom prst="ellipse">
            <a:avLst/>
          </a:prstGeom>
          <a:solidFill>
            <a:srgbClr val="1C7C7D"/>
          </a:solidFill>
          <a:ln/>
        </p:spPr>
      </p:sp>
      <p:sp>
        <p:nvSpPr>
          <p:cNvPr id="3" name="Shape 1"/>
          <p:cNvSpPr/>
          <p:nvPr/>
        </p:nvSpPr>
        <p:spPr>
          <a:xfrm>
            <a:off x="7589520" y="2194560"/>
            <a:ext cx="1371600" cy="13716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calmmm vs Meridian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56032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Bayesian, geo-level media mix models. Different bets on calibration, scope and engineering.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389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a glance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calmmm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hierarchical Bayesian MMM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317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package on PyMC and PyTensor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x KPI x channel hierarchy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Multi-KPI likelihoods in one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 tests enter the fit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MAP, VI or MCMC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3291840"/>
          </a:xfrm>
          <a:prstGeom prst="roundRect">
            <a:avLst>
              <a:gd name="adj" fmla="val 3333"/>
            </a:avLst>
          </a:prstGeom>
          <a:solidFill>
            <a:srgbClr val="FBEBD0"/>
          </a:solidFill>
          <a:ln w="12700">
            <a:solidFill>
              <a:srgbClr val="FBEB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18745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open-source Bayesian MMM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029200" y="23317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Probability, NUTS sampler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and national models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and frequency, organic media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results as ROI priors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budget optimizer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calmmm README and docs; github.com/google/meridian (v2.1.0, Apache-2.0).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by feature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3832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calmmm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Meridian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62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PyMC, PyTensor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 Probability; GPU recommended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MCMC, mean-field VI, MAP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MCMC with NUTS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Geometric adstock, Hill saturation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Adstock and Hill, plus reach and frequency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Hierarchy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 x KPI x channel, non-centered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Geo-level coefficients, national option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KPIs at once: Gaussian, log-normal, NB, binomial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outcome per model (UNCONFIRMED, check docs)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Lift tests in the likelihood, normal or Student-t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results as priors on ROI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E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Directed channel interaction graph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6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Organic media, search query volume, 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D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outcome row not confirmed against current API docs.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Calibration philosophy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rgbClr val="1C7C7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280160" y="1280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calmmm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lift test is an extra observation: modeled lift is compared with measured lift, weighted by the test standard error.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703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constrain the fit directly. A test on one channel does not fix others.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640080" cy="6400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577840" y="1280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2194560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results are converted into priors on ROI (GeoX helps with this), then the posterior combines them with the data.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37033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Priors can dominate when the panel is short or collinear.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follows paper/main.tex, Meridian details per Google documentation queried 2026-07-05 and the Meridian page today.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one wins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0DD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7C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calmmm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multi-KPI modeling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lift calibration in the likelihood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graph between channels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pure Python, easy to modify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MAP mode for iteration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9319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0DDD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029200" y="14173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77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0116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maturity and Google backing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and frequency, organic and search signals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optimizer and scenario planning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NUTS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Google docs and guidance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and risks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2588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143000" y="1280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calmmm: no optimizer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566160" y="1280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allocation, reach and frequency, and organic media are not built in.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21031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calmmm: young project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6616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 project with less field validation than Meridian.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43000" y="2926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Meridian: heavier stack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9260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Probability stack, and a GPU is recommended.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457200" cy="4572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749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Both: anchor coverage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566160" y="3749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only helps channels that were tested. Untested channels stay confounded.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absence per code search of calmmm/ (no optimizer module).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benchmarks say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88720"/>
          <a:ext cx="45720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303520" y="137160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Caution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compares CoCal, Meridian and Robyn, not the calmmm package head to head.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ran a fast config: 2 chains, 200 draws. Not its best accuracy.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calmmm run on the same panel is the missing comparison.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paper/main.tex, package sweep. Robyn shown only as the reference in that sweep.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6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use which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DDEFEA"/>
          </a:solidFill>
          <a:ln w="12700">
            <a:solidFill>
              <a:srgbClr val="DDEF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calmmm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KPIs, lift tests you trust, and a need to inspect or change the model.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FBEBD0"/>
          </a:solidFill>
          <a:ln w="12700">
            <a:solidFill>
              <a:srgbClr val="FBEB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Meridian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0574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reporting, reach and frequency data, budget optimizer, GPU available.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371600"/>
            <a:ext cx="2560320" cy="2743200"/>
          </a:xfrm>
          <a:prstGeom prst="roundRect">
            <a:avLst>
              <a:gd name="adj" fmla="val 3571"/>
            </a:avLst>
          </a:prstGeom>
          <a:solidFill>
            <a:srgbClr val="CADCD9"/>
          </a:solidFill>
          <a:ln w="12700">
            <a:solidFill>
              <a:srgbClr val="CADC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5087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22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both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057400"/>
            <a:ext cx="2194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Meridian in production and audit it against lift tests with calmmm.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2026-09-25T23:53:55Z</dcterms:created>
  <dcterms:modified xsi:type="dcterms:W3CDTF">2026-09-25T23:53:55Z</dcterms:modified>
</cp:coreProperties>
</file>